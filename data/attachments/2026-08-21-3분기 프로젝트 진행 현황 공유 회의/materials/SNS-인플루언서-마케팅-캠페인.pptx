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SNS/인플루언서 마케팅 캠페인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이수아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광고 + 인플루언서 협업 중심 캠페인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다운로드 전분기 대비 30% 증가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광고비 대비 전환율 목표치 상회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SNS/인플루언서 마케팅 캠페인</dc:title>
  <dc:subject>PptxGenJS Presentation</dc:subject>
  <dc:creator>PptxGenJS</dc:creator>
  <cp:lastModifiedBy>PptxGenJS</cp:lastModifiedBy>
  <cp:revision>1</cp:revision>
  <dcterms:created xsi:type="dcterms:W3CDTF">2026-08-25T13:41:37Z</dcterms:created>
  <dcterms:modified xsi:type="dcterms:W3CDTF">2026-08-25T13:41:37Z</dcterms:modified>
</cp:coreProperties>
</file>