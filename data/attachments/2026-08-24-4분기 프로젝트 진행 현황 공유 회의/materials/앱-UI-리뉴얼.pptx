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UI 리뉴얼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김민서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메뉴 구조 단순화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 신규 추가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테스트 만족도 15% 상승, 4분기 초 정식 배포 목표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앱 UI 리뉴얼</dc:title>
  <dc:subject>PptxGenJS Presentation</dc:subject>
  <dc:creator>PptxGenJS</dc:creator>
  <cp:lastModifiedBy>PptxGenJS</cp:lastModifiedBy>
  <cp:revision>1</cp:revision>
  <dcterms:created xsi:type="dcterms:W3CDTF">2026-08-25T13:45:26Z</dcterms:created>
  <dcterms:modified xsi:type="dcterms:W3CDTF">2026-08-25T13:45:26Z</dcterms:modified>
</cp:coreProperties>
</file>