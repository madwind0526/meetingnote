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앱 성능 개선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발표자: 조은우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" y="164592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시작 시간 3.2초 → 1.8초로 단축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크래시율 0.8% → 0.2%로 감소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사용량 15% 절감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분기 목표: 시작 시간 1.2초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모바일 앱 성능 개선</dc:title>
  <dc:subject>PptxGenJS Presentation</dc:subject>
  <dc:creator>PptxGenJS</dc:creator>
  <cp:lastModifiedBy>PptxGenJS</cp:lastModifiedBy>
  <cp:revision>1</cp:revision>
  <dcterms:created xsi:type="dcterms:W3CDTF">2026-08-21T13:56:18Z</dcterms:created>
  <dcterms:modified xsi:type="dcterms:W3CDTF">2026-08-21T13:56:18Z</dcterms:modified>
</cp:coreProperties>
</file>