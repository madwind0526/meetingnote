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물류센터 자동화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윤서진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속도 40% 향상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오배송률 1.2% → 0.3%로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회수 14개월 예상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 물류센터 확대 검토 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물류센터 자동화 파일럿</dc:title>
  <dc:subject>PptxGenJS Presentation</dc:subject>
  <dc:creator>PptxGenJS</dc:creator>
  <cp:lastModifiedBy>PptxGenJS</cp:lastModifiedBy>
  <cp:revision>1</cp:revision>
  <dcterms:created xsi:type="dcterms:W3CDTF">2026-08-21T13:56:17Z</dcterms:created>
  <dcterms:modified xsi:type="dcterms:W3CDTF">2026-08-21T13:56:17Z</dcterms:modified>
</cp:coreProperties>
</file>