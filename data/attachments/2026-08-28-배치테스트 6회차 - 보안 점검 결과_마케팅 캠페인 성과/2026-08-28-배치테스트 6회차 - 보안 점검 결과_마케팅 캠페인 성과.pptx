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6F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배치테스트 6회차 - 보안 점검 결과/마케팅 캠페인 성과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날짜: 2026-08-28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시간: 10:00 ~ 10:30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주관자: 남궁민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참석자: 배수지, 홍지호, 임하늘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A/I 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(없음)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Agenda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1188720"/>
                <a:gridCol w="19202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발표시간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발표자료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발표자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점검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1분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보안-점검-결과.xlsx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배수지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마케팅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캠페인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성과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1분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마케팅-캠페인-성과.pptx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홍지호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회의 기본정보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제목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: 배치테스트 6회차 - 보안 점검 결과/마케팅 캠페인 성과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일시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: 2026-08-28 10:00-10:30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주관자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: 남궁민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참석자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: 배수지(발표자), 홍지호(발표자), 임하늘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회의록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사전에 계획된 A/I List 없음.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6F6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68"/>
                </a:solidFill>
              </a:rPr>
              <a:t>Agenda 논의 내용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1. 보안 점검 결과 (발표자: 배수지)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취약점 총 42건 발견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심각도 '심각' 등급 3건은 즉시 패치 완료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중간 위험도 15건은 2주 내 조치 예정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외부 침투 테스트 통과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(질의) 주관자가 "중간 15건 2주 내 조치 예정" 항목에 대해 추가 설명 요청 → 배수지가 조치 일정과 외부 침투 테스트 통과 결과로 답변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2. 마케팅 캠페인 성과 (발표자: 홍지호)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노출 120만 건, 클릭률 3.4%, 전환 850건, ROAS(광고 수익률) 4.2배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20대 타겟층 반응이 가장 높게 나타남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다음 캠페인은 리타겟팅 강화 방향으로 진행 예정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(질의) 주관자가 "20대 타겟층 반응이 가장 높은 부분"에 대해 추가 설명 요청 → 홍지호가 반응 결과 및 향후 방향(리타겟팅 강화)으로 답변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할일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할일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68"/>
                          </a:solidFill>
                        </a:rPr>
                        <a:t>납기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5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중간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위험도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취약점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조치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배수지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내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리타겟팅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강화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캠페인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기획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홍지호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회의록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정리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공유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남궁민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68"/>
                </a:solidFill>
              </a:rPr>
              <a:t>태그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#보안점검 #취약점조치 #침투테스트 #마케팅캠페인 #전환율 #리타겟팅 #배치테스트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2026-08-21T15:22:58Z</dcterms:created>
  <dcterms:modified xsi:type="dcterms:W3CDTF">2026-08-21T15:22:58Z</dcterms:modified>
</cp:coreProperties>
</file>