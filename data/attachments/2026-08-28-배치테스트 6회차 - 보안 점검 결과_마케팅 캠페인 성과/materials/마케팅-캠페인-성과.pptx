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마케팅 캠페인 성과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발표자: 홍지호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94360" y="1645920"/>
            <a:ext cx="106984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노출 120만회, 클릭률 3.4%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전환 850건, ROAS 4.2배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20대 타겟층 반응이 가장 높음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캠페인은 리타겟팅 강화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마케팅 캠페인 성과</dc:title>
  <dc:subject>PptxGenJS Presentation</dc:subject>
  <dc:creator>PptxGenJS</dc:creator>
  <cp:lastModifiedBy>PptxGenJS</cp:lastModifiedBy>
  <cp:revision>1</cp:revision>
  <dcterms:created xsi:type="dcterms:W3CDTF">2026-08-21T14:00:26Z</dcterms:created>
  <dcterms:modified xsi:type="dcterms:W3CDTF">2026-08-21T14:00:26Z</dcterms:modified>
</cp:coreProperties>
</file>