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코드리뷰 파일럿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발표자: 박서연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94360" y="1645920"/>
            <a:ext cx="1069848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8월 한 달간 백엔드팀 12명 대상, PR 340건에 적용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리뷰 대기시간 18시간 → 6시간으로 단축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스타일 지적의 72%는 자동 처리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코드리뷰 파일럿</dc:title>
  <dc:subject>PptxGenJS Presentation</dc:subject>
  <dc:creator>PptxGenJS</dc:creator>
  <cp:lastModifiedBy>PptxGenJS</cp:lastModifiedBy>
  <cp:revision>1</cp:revision>
  <dcterms:created xsi:type="dcterms:W3CDTF">2026-08-25T13:44:10Z</dcterms:created>
  <dcterms:modified xsi:type="dcterms:W3CDTF">2026-08-25T13:44:10Z</dcterms:modified>
</cp:coreProperties>
</file>