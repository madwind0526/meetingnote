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2026년 3분기 제품 로드맵 리뷰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2026-07-10 10:00~11:30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김도현 (PM)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2분기 회고 및 지표 공유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김도현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q2-retro.pptx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q2-retro.pptx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