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첨부 파일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test용 text: MeetingNote 첨부파일 저장 및 열기 검증용 문구입니다.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제목: 2026년 3분기 제품 로드맵 리뷰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일시: 2026-07-10 10:00~11:30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주관자: 김도현 (PM)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구분: Agenda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번호: 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제목: 디자인 시스템 반영 범위 논의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이서연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design-guide-v3.pptx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해당 회의록의 첨부 자료 테스트를 위해 생성되었습니다.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파일 저장 위치와 회의록의 materialPath 연결을 검증하는 용도입니다.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MeetingNote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design-guide-v3.pptx</dc:title>
  <dc:subject>MeetingNote test attachment</dc:subject>
  <dc:creator>MeetingNote</dc:creator>
  <cp:lastModifiedBy>MeetingNote</cp:lastModifiedBy>
  <cp:revision>1</cp:revision>
  <dcterms:created xsi:type="dcterms:W3CDTF">2026-08-15T16:29:22Z</dcterms:created>
  <dcterms:modified xsi:type="dcterms:W3CDTF">2026-08-15T16:29:22Z</dcterms:modified>
</cp:coreProperties>
</file>