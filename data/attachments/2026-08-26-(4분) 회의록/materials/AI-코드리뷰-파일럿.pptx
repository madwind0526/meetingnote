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처리, 오탐률 15% → 4%로 개선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프론트엔드팀까지 확대 예정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2026-08-25T16:49:13Z</dcterms:created>
  <dcterms:modified xsi:type="dcterms:W3CDTF">2026-08-25T16:49:13Z</dcterms:modified>
</cp:coreProperties>
</file>