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코드리뷰 어시스턴트 파일럿 결과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박서연 (백엔드팀)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배경: PR 리뷰 대기시간 평균 18시간, 반복적인 스타일 지적이 많음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개요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한 달간 백엔드팀 12명 대상 진행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340건에 자동 리뷰 봇 적용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스타일/네이밍/단순 버그 패턴 자동 코멘트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대기시간 18시간 → 6시간 (67% 감소)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사소한 스타일 지적 자동 처리 비율 72%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설문 만족도 4.2/5.0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이슈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오탐율(false positive) 9%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관련 오탐이 특히 민감해서 신뢰도에 영향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9월부터 전사 확대 적용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감소를 위한 룰 튜닝 2주 진행 예정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코드리뷰 어시스턴트 파일럿 결과</dc:title>
  <dc:subject>PptxGenJS Presentation</dc:subject>
  <dc:creator>MeetingNote E2E</dc:creator>
  <cp:lastModifiedBy>MeetingNote E2E</cp:lastModifiedBy>
  <cp:revision>1</cp:revision>
  <dcterms:created xsi:type="dcterms:W3CDTF">2026-08-21T13:36:18Z</dcterms:created>
  <dcterms:modified xsi:type="dcterms:W3CDTF">2026-08-21T13:36:18Z</dcterms:modified>
</cp:coreProperties>
</file>